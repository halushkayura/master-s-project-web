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Проєктування та розробка освітньої вебплатформи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C8C8C8"/>
                </a:solidFill>
              </a:rPr>
              <a:t>Управління навчальним контентом та комунікацією</a:t>
            </a:r>
          </a:p>
          <a:p>
            <a:r>
              <a:rPr sz="2400">
                <a:solidFill>
                  <a:srgbClr val="C8C8C8"/>
                </a:solidFill>
              </a:rPr>
              <a:t>Магістерська робота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Актуальність теми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Цифровізація освіти та потреба у сучасних платформах</a:t>
            </a:r>
          </a:p>
          <a:p>
            <a:r>
              <a:rPr sz="2200">
                <a:solidFill>
                  <a:srgbClr val="DCDCDC"/>
                </a:solidFill>
              </a:rPr>
              <a:t>• Недостатня гнучкість існуючих LMS</a:t>
            </a:r>
          </a:p>
          <a:p>
            <a:r>
              <a:rPr sz="2200">
                <a:solidFill>
                  <a:srgbClr val="DCDCDC"/>
                </a:solidFill>
              </a:rPr>
              <a:t>• Потреба в інтеграції контенту, комунікації та аналітики</a:t>
            </a:r>
          </a:p>
          <a:p>
            <a:r>
              <a:rPr sz="2200">
                <a:solidFill>
                  <a:srgbClr val="DCDCDC"/>
                </a:solidFill>
              </a:rPr>
              <a:t>• Адаптація до змішаного та дистанційного навчання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Мета роботи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Створити освітню вебплатформу SmartClass на основі Blazor та ASP.NET Core.</a:t>
            </a:r>
          </a:p>
          <a:p>
            <a:r>
              <a:rPr sz="2200">
                <a:solidFill>
                  <a:srgbClr val="DCDCDC"/>
                </a:solidFill>
              </a:rPr>
              <a:t>Функціонал:</a:t>
            </a:r>
          </a:p>
          <a:p>
            <a:r>
              <a:rPr sz="2200">
                <a:solidFill>
                  <a:srgbClr val="DCDCDC"/>
                </a:solidFill>
              </a:rPr>
              <a:t>• управління навчальним контентом</a:t>
            </a:r>
          </a:p>
          <a:p>
            <a:r>
              <a:rPr sz="2200">
                <a:solidFill>
                  <a:srgbClr val="DCDCDC"/>
                </a:solidFill>
              </a:rPr>
              <a:t>• комунікація між учасниками</a:t>
            </a:r>
          </a:p>
          <a:p>
            <a:r>
              <a:rPr sz="2200">
                <a:solidFill>
                  <a:srgbClr val="DCDCDC"/>
                </a:solidFill>
              </a:rPr>
              <a:t>• аналітика навчальної діяльності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Аналіз існуючих платформ</a:t>
            </a:r>
          </a:p>
          <a:p>
            <a:r>
              <a:rPr sz="2200">
                <a:solidFill>
                  <a:srgbClr val="DCDCDC"/>
                </a:solidFill>
              </a:rPr>
              <a:t>• Дослідження технологічних трендів EdTech</a:t>
            </a:r>
          </a:p>
          <a:p>
            <a:r>
              <a:rPr sz="2200">
                <a:solidFill>
                  <a:srgbClr val="DCDCDC"/>
                </a:solidFill>
              </a:rPr>
              <a:t>• Створення архітектури SmartClass</a:t>
            </a:r>
          </a:p>
          <a:p>
            <a:r>
              <a:rPr sz="2200">
                <a:solidFill>
                  <a:srgbClr val="DCDCDC"/>
                </a:solidFill>
              </a:rPr>
              <a:t>• Реалізація управління контентом</a:t>
            </a:r>
          </a:p>
          <a:p>
            <a:r>
              <a:rPr sz="2200">
                <a:solidFill>
                  <a:srgbClr val="DCDCDC"/>
                </a:solidFill>
              </a:rPr>
              <a:t>• Інструменти комунікації (чат, відео)</a:t>
            </a:r>
          </a:p>
          <a:p>
            <a:r>
              <a:rPr sz="2200">
                <a:solidFill>
                  <a:srgbClr val="DCDCDC"/>
                </a:solidFill>
              </a:rPr>
              <a:t>• Тестування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Об’єкт і предмет дослідження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Об’єкт: освітні вебплатформи.</a:t>
            </a:r>
          </a:p>
          <a:p/>
          <a:p>
            <a:r>
              <a:rPr sz="2200">
                <a:solidFill>
                  <a:srgbClr val="DCDCDC"/>
                </a:solidFill>
              </a:rPr>
              <a:t>Предмет: технології проектування LMS і систем комунікації.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Основні поняття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LMS</a:t>
            </a:r>
          </a:p>
          <a:p>
            <a:r>
              <a:rPr sz="2200">
                <a:solidFill>
                  <a:srgbClr val="DCDCDC"/>
                </a:solidFill>
              </a:rPr>
              <a:t>• Хмарні сервіси</a:t>
            </a:r>
          </a:p>
          <a:p>
            <a:r>
              <a:rPr sz="2200">
                <a:solidFill>
                  <a:srgbClr val="DCDCDC"/>
                </a:solidFill>
              </a:rPr>
              <a:t>• Контент-менеджмент</a:t>
            </a:r>
          </a:p>
          <a:p>
            <a:r>
              <a:rPr sz="2200">
                <a:solidFill>
                  <a:srgbClr val="DCDCDC"/>
                </a:solidFill>
              </a:rPr>
              <a:t>• Blazor WebAssembly</a:t>
            </a:r>
          </a:p>
          <a:p>
            <a:r>
              <a:rPr sz="2200">
                <a:solidFill>
                  <a:srgbClr val="DCDCDC"/>
                </a:solidFill>
              </a:rPr>
              <a:t>• SignalR</a:t>
            </a:r>
          </a:p>
          <a:p>
            <a:r>
              <a:rPr sz="2200">
                <a:solidFill>
                  <a:srgbClr val="DCDCDC"/>
                </a:solidFill>
              </a:rPr>
              <a:t>• REST API</a:t>
            </a:r>
          </a:p>
          <a:p>
            <a:r>
              <a:rPr sz="2200">
                <a:solidFill>
                  <a:srgbClr val="DCDCDC"/>
                </a:solidFill>
              </a:rPr>
              <a:t>•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Основні алгоритми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Аутентифікація через JWT</a:t>
            </a:r>
          </a:p>
          <a:p>
            <a:r>
              <a:rPr sz="2200">
                <a:solidFill>
                  <a:srgbClr val="DCDCDC"/>
                </a:solidFill>
              </a:rPr>
              <a:t>• Обробка контенту через API</a:t>
            </a:r>
          </a:p>
          <a:p>
            <a:r>
              <a:rPr sz="2200">
                <a:solidFill>
                  <a:srgbClr val="DCDCDC"/>
                </a:solidFill>
              </a:rPr>
              <a:t>• Чат та комунікації через SignalR</a:t>
            </a:r>
          </a:p>
          <a:p>
            <a:r>
              <a:rPr sz="2200">
                <a:solidFill>
                  <a:srgbClr val="DCDCDC"/>
                </a:solidFill>
              </a:rPr>
              <a:t>• Мапування моделей AutoMapper</a:t>
            </a:r>
          </a:p>
          <a:p>
            <a:r>
              <a:rPr sz="2200">
                <a:solidFill>
                  <a:srgbClr val="DCDCDC"/>
                </a:solidFill>
              </a:rPr>
              <a:t>• EF Core — доступ до даних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Аналогічні освітні платформи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Moodle — гнучка, але складна у налаштуванні</a:t>
            </a:r>
          </a:p>
          <a:p>
            <a:r>
              <a:rPr sz="2200">
                <a:solidFill>
                  <a:srgbClr val="DCDCDC"/>
                </a:solidFill>
              </a:rPr>
              <a:t>• Google Classroom — проста, але обмежена</a:t>
            </a:r>
          </a:p>
          <a:p>
            <a:r>
              <a:rPr sz="2200">
                <a:solidFill>
                  <a:srgbClr val="DCDCDC"/>
                </a:solidFill>
              </a:rPr>
              <a:t>• Canvas — комерційна LMS</a:t>
            </a:r>
          </a:p>
          <a:p>
            <a:r>
              <a:rPr sz="2200">
                <a:solidFill>
                  <a:srgbClr val="DCDCDC"/>
                </a:solidFill>
              </a:rPr>
              <a:t>• Coursera — MOOC</a:t>
            </a:r>
          </a:p>
          <a:p>
            <a:r>
              <a:rPr sz="2200">
                <a:solidFill>
                  <a:srgbClr val="DCDCDC"/>
                </a:solidFill>
              </a:rPr>
              <a:t>• Prometheus — українські онлайн-курси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Структура платформи SmartClass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Кабінет користувача</a:t>
            </a:r>
          </a:p>
          <a:p>
            <a:r>
              <a:rPr sz="2200">
                <a:solidFill>
                  <a:srgbClr val="DCDCDC"/>
                </a:solidFill>
              </a:rPr>
              <a:t>• Модуль контенту</a:t>
            </a:r>
          </a:p>
          <a:p>
            <a:r>
              <a:rPr sz="2200">
                <a:solidFill>
                  <a:srgbClr val="DCDCDC"/>
                </a:solidFill>
              </a:rPr>
              <a:t>• Комунікаційний модуль</a:t>
            </a:r>
          </a:p>
          <a:p>
            <a:r>
              <a:rPr sz="2200">
                <a:solidFill>
                  <a:srgbClr val="DCDCDC"/>
                </a:solidFill>
              </a:rPr>
              <a:t>• Аналітика</a:t>
            </a:r>
          </a:p>
          <a:p>
            <a:r>
              <a:rPr sz="2200">
                <a:solidFill>
                  <a:srgbClr val="DCDCDC"/>
                </a:solidFill>
              </a:rPr>
              <a:t>• Панель адміністратора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Інструментальні засоби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C# / .NET 8</a:t>
            </a:r>
          </a:p>
          <a:p>
            <a:r>
              <a:rPr sz="2200">
                <a:solidFill>
                  <a:srgbClr val="DCDCDC"/>
                </a:solidFill>
              </a:rPr>
              <a:t>• Blazor WebAssembly / Server</a:t>
            </a:r>
          </a:p>
          <a:p>
            <a:r>
              <a:rPr sz="2200">
                <a:solidFill>
                  <a:srgbClr val="DCDCDC"/>
                </a:solidFill>
              </a:rPr>
              <a:t>• ASP.NET Core API</a:t>
            </a:r>
          </a:p>
          <a:p>
            <a:r>
              <a:rPr sz="2200">
                <a:solidFill>
                  <a:srgbClr val="DCDCDC"/>
                </a:solidFill>
              </a:rPr>
              <a:t>• SQL Server, EF Core</a:t>
            </a:r>
          </a:p>
          <a:p>
            <a:r>
              <a:rPr sz="2200">
                <a:solidFill>
                  <a:srgbClr val="DCDCDC"/>
                </a:solidFill>
              </a:rPr>
              <a:t>• SignalR</a:t>
            </a:r>
          </a:p>
          <a:p>
            <a:r>
              <a:rPr sz="2200">
                <a:solidFill>
                  <a:srgbClr val="DCDCDC"/>
                </a:solidFill>
              </a:rPr>
              <a:t>• Docker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Особливості реалізації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Clean Architecture</a:t>
            </a:r>
          </a:p>
          <a:p>
            <a:r>
              <a:rPr sz="2200">
                <a:solidFill>
                  <a:srgbClr val="DCDCDC"/>
                </a:solidFill>
              </a:rPr>
              <a:t>• Поділ на клієнт/сервер</a:t>
            </a:r>
          </a:p>
          <a:p>
            <a:r>
              <a:rPr sz="2200">
                <a:solidFill>
                  <a:srgbClr val="DCDCDC"/>
                </a:solidFill>
              </a:rPr>
              <a:t>• Асинхронність</a:t>
            </a:r>
          </a:p>
          <a:p>
            <a:r>
              <a:rPr sz="2200">
                <a:solidFill>
                  <a:srgbClr val="DCDCDC"/>
                </a:solidFill>
              </a:rPr>
              <a:t>• Модульність</a:t>
            </a:r>
          </a:p>
          <a:p>
            <a:r>
              <a:rPr sz="2200">
                <a:solidFill>
                  <a:srgbClr val="DCDCDC"/>
                </a:solidFill>
              </a:rPr>
              <a:t>• Підтримка масштабування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• Розроблено платформу SmartClass</a:t>
            </a:r>
          </a:p>
          <a:p>
            <a:r>
              <a:rPr sz="2200">
                <a:solidFill>
                  <a:srgbClr val="DCDCDC"/>
                </a:solidFill>
              </a:rPr>
              <a:t>• Реалізовано управління контентом та комунікацією</a:t>
            </a:r>
          </a:p>
          <a:p>
            <a:r>
              <a:rPr sz="2200">
                <a:solidFill>
                  <a:srgbClr val="DCDCDC"/>
                </a:solidFill>
              </a:rPr>
              <a:t>• Інтегровано інструменти аналітики</a:t>
            </a:r>
          </a:p>
          <a:p>
            <a:r>
              <a:rPr sz="2200">
                <a:solidFill>
                  <a:srgbClr val="DCDCDC"/>
                </a:solidFill>
              </a:rPr>
              <a:t>• Платформа може застосовуватись у школах і ЗВО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Дякую за увагу!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DCDCDC"/>
                </a:solidFill>
              </a:rPr>
              <a:t>Готовий відповісти на запитання.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